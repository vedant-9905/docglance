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DocGlance — 2026 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Next-Generation Offline Document Intelligence for Enterprise Workspaces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Value Propositions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Zero Cloud Dependency: 100% offline neural inference</a:t>
            </a:r>
          </a:p>
          <a:p>
            <a:r>
              <a:t>2. Universal Ecosystem: Reads Word, Excel, PowerPoint, Google Docs &amp; Sheets</a:t>
            </a:r>
          </a:p>
          <a:p>
            <a:r>
              <a:t>3. Whole-Document Grounding: Holistic macro-level analysis without chunk loss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